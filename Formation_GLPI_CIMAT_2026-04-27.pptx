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GLPI CIMAT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6E4F0"/>
                </a:solidFill>
                <a:latin typeface="Calibri"/>
              </a:rPr>
              <a:t>Formation — Automatisation avec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  <a:latin typeface="Calibri"/>
              </a:rPr>
              <a:t>CIMAT Béni Mellal  |  Ahmed Daou  |  27/04/2026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 de la 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Introduction à GLPI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280160"/>
            <a:ext cx="137160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32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Interface et navigation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103120"/>
            <a:ext cx="137160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26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Gestion des tickets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926080"/>
            <a:ext cx="137160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490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Scripts Python — démonstration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749039"/>
            <a:ext cx="137160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10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72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Rapports Excel et alertes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572000"/>
            <a:ext cx="137160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949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949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Résultats et bénéfices CIMAT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5394959"/>
            <a:ext cx="137160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4E79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01 — C'est quoi GLPI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GLPI = Gestionnaire Libre de Parc Informatique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8046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933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4E79"/>
                </a:solidFill>
                <a:latin typeface="Calibri"/>
              </a:rPr>
              <a:t>  Gérer tout le matériel informatique de CIMAT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97480"/>
            <a:ext cx="8046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7063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4E79"/>
                </a:solidFill>
                <a:latin typeface="Calibri"/>
              </a:rPr>
              <a:t>  Créer et suivre les tickets de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74720"/>
            <a:ext cx="8046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47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4E79"/>
                </a:solidFill>
                <a:latin typeface="Calibri"/>
              </a:rPr>
              <a:t>  Générer des rapports et statistiques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8046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2511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4E79"/>
                </a:solidFill>
                <a:latin typeface="Calibri"/>
              </a:rPr>
              <a:t>  Recevoir des alertes automatiques par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29200"/>
            <a:ext cx="8046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023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4E79"/>
                </a:solidFill>
                <a:latin typeface="Calibri"/>
              </a:rPr>
              <a:t>  Automatisé avec des scripts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03 — Gestion des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Cycle de vie d'un ticket 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463040" cy="5943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Nouveau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645920"/>
            <a:ext cx="14630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 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645920"/>
            <a:ext cx="146304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 attente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645920"/>
            <a:ext cx="146304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Résolu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7830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645920"/>
            <a:ext cx="1463040" cy="5943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Niveaux de priorité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1463040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Très basse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108960"/>
            <a:ext cx="1463040" cy="5943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3200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108960"/>
            <a:ext cx="146304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3200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Moyenne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3108960"/>
            <a:ext cx="1463040" cy="5943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3200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Haute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108960"/>
            <a:ext cx="1463040" cy="5943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200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Majeure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82296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776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Script Python — Créer un ticket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session = connect_glpi()
create_ticket(session,
    titre="Panne reseau atelier",
    priorite=5)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04 — Scripts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371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glpi_tickets.py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Création automatique de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urier New"/>
              </a:rPr>
              <a:t>python glpi_tickets.py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13716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  <a:latin typeface="Calibri"/>
              </a:rPr>
              <a:t>glpi_export_excel.py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Export rapport Excel hebdomadaire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606040"/>
            <a:ext cx="39319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51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urier New"/>
              </a:rPr>
              <a:t>python glpi_export_excel.py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137160" cy="9144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Calibri"/>
              </a:rPr>
              <a:t>glpi_alertes_email.py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Alertes email tickets non résolus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794760"/>
            <a:ext cx="39319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840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urier New"/>
              </a:rPr>
              <a:t>python glpi_alertes_email.py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54880"/>
            <a:ext cx="137160" cy="914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30A0"/>
                </a:solidFill>
                <a:latin typeface="Calibri"/>
              </a:rPr>
              <a:t>glpi_inventaire.py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Inventaire enrichi avec données réseau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983480"/>
            <a:ext cx="3931920" cy="4114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ourier New"/>
              </a:rPr>
              <a:t>python glpi_inventaire.py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05 — Rapports Excel et Alertes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023360" cy="5029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000"/>
                </a:solidFill>
                <a:latin typeface="Calibri"/>
              </a:rPr>
              <a:t> Rapport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Généré chaque lundi à 08h00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Liste complète des 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Couleurs par statut et priorité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Statistiques résumées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Fichier : GLPI_Rapport_DATE.xlsx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97280"/>
            <a:ext cx="4023360" cy="502920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55A11"/>
                </a:solidFill>
                <a:latin typeface="Calibri"/>
              </a:rPr>
              <a:t> Alertes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Envoyé chaque jour à 09h00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Tickets non résolus +24h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63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Email HTML professionnel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Lien direct vers GLPI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Destinataire : responsable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43600"/>
            <a:ext cx="859536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Planification automatique : Windows Task Scheduler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06 — Résultats et Bénéfices pour CIMAT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023360" cy="50292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000"/>
                </a:solidFill>
                <a:latin typeface="Calibri"/>
              </a:rPr>
              <a:t> Gain de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Tickets créés en 2 secondes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Export Excel automatique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Alertes sans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Inventaire en 1 clic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Planification 24h/24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97280"/>
            <a:ext cx="4023360" cy="50292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 Bénéfices CIMAT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Zéro ticket perdu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14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Suivi en temps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Rapports professionnels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0690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Réduction des pannes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46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  Meilleure communication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Des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  <a:latin typeface="Calibri"/>
              </a:rPr>
              <a:t>GitHub : github.com/ahmed-daou-2006/-GLPI-Python-CIMAT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  <a:latin typeface="Calibri"/>
              </a:rPr>
              <a:t>Email  : ahmeddaou2006@gmail.com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0"/>
                </a:solidFill>
                <a:latin typeface="Calibri"/>
              </a:rPr>
              <a:t>CIMAT Béni Mellal — 27/04/2026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